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nu_emblem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914400"/>
            <a:ext cx="1459515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경상국립대학교 규정 통합 검색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BCD9EA"/>
                </a:solidFill>
                <a:latin typeface="맑은 고딕"/>
              </a:rPr>
              <a:t>이용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BCBEC0"/>
                </a:solidFill>
                <a:latin typeface="맑은 고딕"/>
              </a:rPr>
              <a:t>대학·산학협력단 규정을 한 번에 검색하세요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A979E"/>
                </a:solidFill>
                <a:latin typeface="맑은 고딕"/>
              </a:rPr>
              <a:t>경상국립대학교 정보전산처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서비스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B353B"/>
                </a:solidFill>
                <a:latin typeface="맑은 고딕"/>
              </a:rPr>
              <a:t>대학 규정(학칙·규정·지침)과 산학협력단 규정을 조(條)·항(項) 단위로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2B353B"/>
                </a:solidFill>
                <a:latin typeface="맑은 고딕"/>
              </a:rPr>
              <a:t>한 번에 검색할 수 있는 통합 검색 서비스입니다.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3017520"/>
            <a:ext cx="329184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09EDB"/>
                </a:solidFill>
                <a:latin typeface="맑은 고딕"/>
              </a:rPr>
              <a:t>430건+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3525A"/>
                </a:solidFill>
                <a:latin typeface="맑은 고딕"/>
              </a:rPr>
              <a:t>등록된 규정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3017520"/>
            <a:ext cx="329184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09EDB"/>
                </a:solidFill>
                <a:latin typeface="맑은 고딕"/>
              </a:rPr>
              <a:t>9,390개+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3525A"/>
                </a:solidFill>
                <a:latin typeface="맑은 고딕"/>
              </a:rPr>
              <a:t>검색 가능한 조항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807" y="3017520"/>
            <a:ext cx="329184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09EDB"/>
                </a:solidFill>
                <a:latin typeface="맑은 고딕"/>
              </a:rPr>
              <a:t>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3525A"/>
                </a:solidFill>
                <a:latin typeface="맑은 고딕"/>
              </a:rPr>
              <a:t>검색창 입력 → 결과 확인, 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2B353B"/>
                </a:solidFill>
                <a:latin typeface="맑은 고딕"/>
              </a:rPr>
              <a:t>•  여러 게시판·문서에 흩어져 있던 규정을 일일이 찾던 번거로움을 줄입니다.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2B353B"/>
                </a:solidFill>
                <a:latin typeface="맑은 고딕"/>
              </a:rPr>
              <a:t>•  검색 결과에서 담당부서·연락처까지 바로 확인할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접속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3 /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80924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>
                    <a:solidFill>
                      <a:srgbClr val="009E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009ED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접속 주소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https://regulations.gnu.ac.kr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별도 로그인·회원가입 없이 바로 이용 가능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이용 환경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PC·태블릿·휴대폰 어디서나 접속 (별도 앱 설치 불필요)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89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6737A"/>
                </a:solidFill>
                <a:latin typeface="맑은 고딕"/>
              </a:rPr>
              <a:t>💡 주소를 즐겨찾기(북마크)에 추가해두면 다음부터 더 빠르게 접속할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HOW TO SEARCH ·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검색창에 키워드 입력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4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640" y="1534480"/>
            <a:ext cx="7176780" cy="46120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ual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13678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메인 화면 — 검색창에 찾고 싶은 규정명이나 단어를 입력하고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규정명 일부만 적어도 검색됩니다.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조항 본문에 있는 단어로도 검색됩니다.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예시 검색어 버튼을 눌러 바로 체험해볼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HOW TO SEARCH ·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필터로 범위 좁히기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5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640" y="1534480"/>
            <a:ext cx="7176780" cy="46120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u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13678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검색 결과 화면 — 출처·분류 필터로 원하는 범위만 골라볼 수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전체·대학·산학협력단 중 선택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분류 칩(학칙·규정·지침 등) 클릭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'필터 더보기'에서 폐지 규정 포함,</a:t>
            </a:r>
            <a:br/>
            <a:r>
              <a:rPr sz="1500">
                <a:solidFill>
                  <a:srgbClr val="2B353B"/>
                </a:solidFill>
                <a:latin typeface="맑은 고딕"/>
              </a:rPr>
              <a:t>최근 개정만 보기 등 설정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HOW TO SEARCH ·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조항 미리보기 · 담당부서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6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640" y="1534480"/>
            <a:ext cx="7176780" cy="46120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ual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13678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조항 클릭 시 뜨는 미리보기 — 담당부서·전화번호가 바로 보임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담당부서 전화번호 클릭 시</a:t>
            </a:r>
            <a:br/>
            <a:r>
              <a:rPr sz="1500">
                <a:solidFill>
                  <a:srgbClr val="2B353B"/>
                </a:solidFill>
                <a:latin typeface="맑은 고딕"/>
              </a:rPr>
              <a:t>바로 전화 연결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'규정 전문' 탭에서 전체 조문 확인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'관련 사이트로 이동'으로</a:t>
            </a:r>
            <a:br/>
            <a:r>
              <a:rPr sz="1500">
                <a:solidFill>
                  <a:srgbClr val="2B353B"/>
                </a:solidFill>
                <a:latin typeface="맑은 고딕"/>
              </a:rPr>
              <a:t>원본 게시글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9EDB"/>
                </a:solidFill>
                <a:latin typeface="맑은 고딕"/>
              </a:rPr>
              <a:t>Q. 검색을 했는데 결과가 안 나와요.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53B"/>
                </a:solidFill>
                <a:latin typeface="맑은 고딕"/>
              </a:rPr>
              <a:t>검색어 철자를 확인하고, 적용된 필터를 '모두 해제'한 뒤 다시 검색해보세요. 긴 문장보다 핵심 단어 위주로 검색하면 더 잘 찾아집니다.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10642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9EDB"/>
                </a:solidFill>
                <a:latin typeface="맑은 고딕"/>
              </a:rPr>
              <a:t>Q. 우리 부서 이전 규정이 안 보여요.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53B"/>
                </a:solidFill>
                <a:latin typeface="맑은 고딕"/>
              </a:rPr>
              <a:t>기본값은 '현재 시행 중인 규정'만 보여줍니다. 폐지·개정 전 규정은 '필터 더보기 → 폐지된 규정도 포함'을 체크하세요.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11064240" cy="1371600"/>
          </a:xfrm>
          <a:prstGeom prst="roundRect">
            <a:avLst/>
          </a:prstGeom>
          <a:solidFill>
            <a:srgbClr val="F3F6F8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9EDB"/>
                </a:solidFill>
                <a:latin typeface="맑은 고딕"/>
              </a:rPr>
              <a:t>Q. 모바일에서도 똑같이 쓸 수 있나요?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53B"/>
                </a:solidFill>
                <a:latin typeface="맑은 고딕"/>
              </a:rPr>
              <a:t>네, 화면이 자동으로 맞춰지며 기능은 PC와 동일합니다.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문의처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combo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1359455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8 /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anchor="ctr">
                    <a:solidFill>
                      <a:srgbClr val="009E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맑은 고딕"/>
                        </a:rPr>
                        <a:t>연락처</a:t>
                      </a:r>
                    </a:p>
                  </a:txBody>
                  <a:tcPr anchor="ctr">
                    <a:solidFill>
                      <a:srgbClr val="009E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정보전산처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353B"/>
                          </a:solidFill>
                          <a:latin typeface="맑은 고딕"/>
                        </a:rPr>
                        <a:t>055-772-0627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3525A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